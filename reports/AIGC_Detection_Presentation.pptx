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3617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70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88-feat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