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方法概览：120 维可解释特征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90 维手工统计特征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basic_counts (4): 词数、字符数、句数、段数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averages (4): 平均词长、句长、段落长度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大写/数字/空格比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embedding_pca (50): BERT 句嵌入 PCA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perplexity (2): GPT-2 困惑度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30 维 Token 概率特征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观察者模型: Mistral-7B-Instruct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Log-probability (10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q10,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skew, kurtosis, diff_mean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Token Rank (8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median,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top-1/5/10/100 fraction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Entropy (6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skew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  合并为 118 维 (去重后)  →  XGBoost (500 trees, depth 8)  →  SHAP 可解释分析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核心理念：手工特征看"文本的外表"，Token 特征看"文本在 AI 眼中的内在"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手工特征详解：结构 &amp; 标点 &amp; 嵌入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标点特征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语义嵌入 &amp; 困惑度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120-mix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120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120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生产系统需要特征选择/门控 — 先评估各特征组信号强度，动态决定使用哪些特征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XGBoost + 120 维组合特征在 RAID 上达到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完全可解释，超越零样本方法 Fast-DetectGPT (0.7815)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两类特征视角正交，互补覆盖盲区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手工特征看"文本外表"，Token 特征看"AI 内在"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GPT-2 困惑度的 Paradox 是重要发现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HC3 最强 (0.99) → RAID 完全失效 (0.49)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统计特征对 10/11 种对抗攻击天然鲁棒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只有释义攻击能显著降低检测效果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Token 概率特征有"时代窗口"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观察者模型需要与目标生成器同代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