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  <a:latin typeface="Calibri"/>
              </a:defRPr>
            </a:pPr>
            <a:r>
              <a:t>AI 生成文本的特征挖掘与检测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834640"/>
            <a:ext cx="6400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0E0"/>
                </a:solidFill>
                <a:latin typeface="Calibri"/>
              </a:defRPr>
            </a:pPr>
            <a:r>
              <a:t>Feature Mining and Detection of AI-Generated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  <a:latin typeface="Calibri"/>
              </a:defRPr>
            </a:pPr>
            <a:r>
              <a:t>数据挖掘课程期末项目 (CS306) — 方向一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Calibri"/>
              </a:defRPr>
            </a:pPr>
            <a:r>
              <a:t>赖海斌  |  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问题定义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核心任务：区分人类文本 vs AI 生成文本 (二分类)</a:t>
            </a: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挑战 1: 多模型 — 11+ 种 AI 生成器，特征各异</a:t>
            </a: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挑战 2: 多领域 — 新闻、诗歌、学术摘要等差异大</a:t>
            </a: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挑战 3: 对抗攻击 — 释义、同义词替换等规避手段</a:t>
            </a: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挑战 4: 可解释性 — 不能只给判定，要说明为什么</a:t>
            </a: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我们的目标：</a:t>
            </a: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用可解释的统计特征 + 轻量机器学习</a:t>
            </a: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替代不可解释的深度学习黑盒</a:t>
            </a:r>
          </a:p>
        </p:txBody>
      </p:sp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数据集总览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RAID (主实验)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ACL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467K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11 生成器, 8 领域, 11 攻击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E0E0"/>
                </a:solidFill>
                <a:latin typeface="Calibri"/>
              </a:defRPr>
            </a:pPr>
            <a:r>
              <a:t>HC3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对比实验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85K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ChatGPT 单模型, 4 QA 领域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E0E0"/>
                </a:solidFill>
                <a:latin typeface="Calibri"/>
              </a:defRPr>
            </a:pPr>
            <a:r>
              <a:t>SemEval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辅助验证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154K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多模型多领域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E0E0"/>
                </a:solidFill>
                <a:latin typeface="Calibri"/>
              </a:defRPr>
            </a:pPr>
            <a:r>
              <a:t>TuringBench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辅助验证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89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441K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19 模型 (GPT-1~3 时代)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E0E0"/>
                </a:solidFill>
                <a:latin typeface="Calibri"/>
              </a:defRPr>
            </a:pPr>
            <a:r>
              <a:t>Pile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303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辅助验证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3035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1.39M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GPT-2 生成, 混合领域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RAID 是目前最全面的 AI 文本检测基准，覆盖从 GPT-2 到 GPT-4 的全代际生成器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方法概览：三层 120 维特征体系 + XGBoost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Layer 1: 纯统计特征 (~36维)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basic_counts (4): 词/字符/句/段数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averages (4): 平均词长/句长/段长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variability (2): 词长/句长标准差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lexical_richness (7): TTR, Hapax...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punctuation (11): 标点 + 大写/数字比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readability (7): Flesch, SMOG...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structure (1): 短句比例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不依赖任何神经网络, 纯公式计算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Calibri"/>
              </a:defRPr>
            </a:pPr>
            <a:r>
              <a:t>Layer 2: 模型衍生特征 (52维)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73736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BERT embedding → PCA (50维)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将文本映射到语义空间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AI 文本语义分布更集中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GPT-2 perplexity (2维)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文本级别的困惑度汇总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HC3 最强特征 (AUC 0.99)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RAID 完全失效 (AUC 0.49)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→ 模型依赖性是其本质属性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2801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  <a:latin typeface="Calibri"/>
              </a:defRPr>
            </a:pPr>
            <a:r>
              <a:t>Layer 3: Token 概率特征 (30维)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观察者: Mistral-7B-Instruct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Log-prob (10): mean, std, min,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max, median, q10, q90, skew...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Rank (8): mean, std, median,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top-1/5/10/100 fraction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Entropy (6): mean, std, min,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max, median, skew</a:t>
            </a: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71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逐 token 粒度, 看 AI 的"选词指纹"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纯统计 (36维)  +  模型衍生 (52维)  +  Token级 (30维)  =  118维 (去重后)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  Auto-Filter (丢噪声组)  →  XGBoost (500 trees, depth 8)  →  SHAP 可解释分析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Calibri"/>
              </a:defRPr>
            </a:pPr>
            <a:r>
              <a:t>三层特征从不同粒度和视角刻画文本: 表面统计 → 语义嵌入 → Token 概率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手工特征详解：词汇丰富度 &amp; 可读性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Lexical Richness (词汇丰富度) — 7 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Type-Token Ratio (TTR)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不重复词数 / 总词数, 衡量词汇多样性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 倾向反复使用"furthermore, however, overall"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Hapax Legomena Ratio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只出现一次的词占比, 人类用词更"独特"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Yule's K &amp; Simpson's Diversity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基于词频分布的数学度量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Yule's K 越大 → 词汇越集中(越像 AI)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Brunet's W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W = N^(V^-0.172), 对文本长度鲁棒的丰富度指标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Calibri"/>
              </a:defRPr>
            </a:pPr>
            <a:r>
              <a:t>Readability (可读性) — 7 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Flesch Reading Ease  (0-100)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206.835 - 1.015×(词/句) - 84.6×(音节/词)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 文本通常 50-65 分, 人类分布更广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Flesch-Kincaid Grade Level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输出"需要几年级才能读懂", AI 偏好 9-12 级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Gunning Fog Index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关注"复杂词"(≥3音节)的比例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Coleman-Liau Index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基于字符数而非音节, 更适合计算机处理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SMOG, ARI, Dale-Chall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不同侧面的可读性评估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2FF"/>
                </a:solidFill>
                <a:latin typeface="Calibri"/>
              </a:defRPr>
            </a:pPr>
            <a:r>
              <a:t>AI 倾向于生成"中等难度"的文本 (Flesch 50-65), 而人类文本的可读性分布更极端 (20-90+)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模型衍生特征详解：语义嵌入 &amp; 困惑度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结构 &amp; 标点 (纯统计特征) — 16 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words_per_paragraph  (RAID 最强单特征, AUC 0.89)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 平均每段 ~70 词, 人类 ~200 词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 喜欢"分点陈述", 段落短而规则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sentence_length_std  (AUC 0.83)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 的句子长度标准差更小 → 节奏更"机械"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人类写作句长波动大 (短句+长句交替)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标点使用率: 逗号、问号、感叹号、冒号...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 很少用感叹号, 问号使用更规范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人类更随意: "!!!" "..." "—"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  <a:latin typeface="Calibri"/>
              </a:defRPr>
            </a:pPr>
            <a:r>
              <a:t>模型衍生特征 (Layer 2) — 52 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BERT Sentence Embedding → PCA 50 维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将文本映射到 BERT 语义空间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PCA 降维后保留主要语义方向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 文本在语义空间中更"集中"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GPT-2 Perplexity (2 维)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原始困惑度 + log 困惑度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HC3 上是最强特征 (AUC 0.99)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但 RAID 上完全失效 (AUC 0.49)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→ Perplexity Paradox (后面详述)</a:t>
            </a:r>
          </a:p>
        </p:txBody>
      </p:sp>
      <p:pic>
        <p:nvPicPr>
          <p:cNvPr id="8" name="Picture 7" descr="raid_single_featur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109728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Token 概率特征：Case Study 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id_toke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6858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如何阅读热力图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每个格子 = 一个 token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颜色 = Mistral-7B 给出的 log-prob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深绿 = 高概率 ("意料之中")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深红 = 低概率 ("出乎意料")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人类文本 (上半部分):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红色格子多 → 用词"出人意料"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log-prob 分布更分散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AI 文本 (下半部分):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几乎全绿 → token 选择"可预测"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 倾向选择高概率的 token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→ 这就是 rank_top1_frac 能区分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 vs 人类的直觉来源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2FF"/>
                </a:solidFill>
                <a:latin typeface="Calibri"/>
              </a:defRPr>
            </a:pPr>
            <a:r>
              <a:t>AI 生成的文本在 Mistral 眼中"一路绿灯" — 每个 token 都是高概率选择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Token 特征的统计分布：Human vs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id_token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核心 Token 特征解读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8288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rank_top1_frac (top-1 命中率)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AI: ~0.72  人类: ~0.58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 有 72% 的 token 是 Mistral 的首选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lp_mean (平均 log-probability)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AI: ~ -1.8  人类: ~ -2.8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 文本整体"更可预测"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ent_mean (平均 entropy)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AI: ~1.5  人类: ~2.2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AI 选词更"确定", 人类更"随机"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这 3 个特征在 RAID 的 SHAP 分析中</a:t>
            </a:r>
          </a:p>
          <a:p>
            <a:pPr>
              <a:spcAft>
                <a:spcPts val="84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都位列 Top-15, 与手工特征互补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2FF"/>
                </a:solidFill>
                <a:latin typeface="Calibri"/>
              </a:defRPr>
            </a:pPr>
            <a:r>
              <a:t>Violin plot 清晰展示: AI 的 token 概率分布更"确定"(高 lp, 高 rank, 低 entropy)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RAID 主实验结果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id_fin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943600" cy="2931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关键数字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XGBoost (120 组合):  AUC 0.9992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XGBoost (90 手工):   AUC 0.9951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XGBoost (30 Token):  AUC 0.9900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Random Forest (90):  AUC 0.9923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LR (90):             AUC 0.9653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Fast-DetectGPT:      AUC 0.7815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120 组合 vs 90 手工: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  AUC +0.0041, Acc 99.15%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完全可解释 + 超越零样本方法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单特征判别力分析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id_single_feature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7148384"/>
          </a:xfrm>
          <a:prstGeom prst="rect">
            <a:avLst/>
          </a:prstGeom>
        </p:spPr>
      </p:pic>
      <p:pic>
        <p:nvPicPr>
          <p:cNvPr id="5" name="Picture 4" descr="raid_single_feature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62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2FF"/>
                </a:solidFill>
                <a:latin typeface="Calibri"/>
              </a:defRPr>
            </a:pPr>
            <a:r>
              <a:t>words_per_paragraph (AUC 0.89) 是最强单特征 — AI 倾向于生成规则的段落结构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特征组消融实验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id_featur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35364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关键发现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basic_counts (4维) 单组即达 AUC 0.97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  → 文本长度是最稳定的跨模型信号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perplexity (2维) AUC 仅 0.49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  → GPT-2 困惑度在多模型场景完全失效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  → 但在 HC3 (ChatGPT) 上是最强特征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embedding_pca (50维) AUC 0.94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  → BERT 语义嵌入捕捉了细微风格差异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SHAP 可解释性分析 (120 维)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id_120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9363269"/>
          </a:xfrm>
          <a:prstGeom prst="rect">
            <a:avLst/>
          </a:prstGeom>
        </p:spPr>
      </p:pic>
      <p:pic>
        <p:nvPicPr>
          <p:cNvPr id="5" name="Picture 4" descr="raid_shap_depen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943600" cy="3277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2FF"/>
                </a:solidFill>
                <a:latin typeface="Calibri"/>
              </a:defRPr>
            </a:pPr>
            <a:r>
              <a:t>SHAP 揭示两类特征交错出现在 Top-30 — XGBoost 同时利用两个视角做决策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6B"/>
                </a:solidFill>
                <a:latin typeface="Calibri"/>
              </a:defRPr>
            </a:pPr>
            <a:r>
              <a:t>Perplexity Paradox: 困惑度的两面性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486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  <a:latin typeface="Calibri"/>
              </a:defRPr>
            </a:pPr>
            <a:r>
              <a:t>HC3 (ChatGPT 单模型)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GPT-2 Perplexity AUC = 0.9912 (最强特征!)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ChatGPT 与 GPT-2 同属 GPT 家族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共享 BPE tokenizer 和相似概率分布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困惑度能精准区分"GPT 系输出"与人类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RAID (11 个生成器)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GPT-2 Perplexity AUC = 0.4920 (比随机还差!)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Llama, MPT, Cohere 的概率分布与 GPT 完全不同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困惑度在方向上甚至是反的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→ 困惑度不是检测"AI 生成"，是检测"GPT 系生成"</a:t>
            </a:r>
          </a:p>
        </p:txBody>
      </p:sp>
      <p:pic>
        <p:nvPicPr>
          <p:cNvPr id="8" name="Picture 7" descr="domain_fea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两类特征的互补机制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486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手工特征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Token 特征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观察角度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"文本长什么样"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"文本在 LLM 眼中像什么"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信号来源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88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宏观结构 / 风格 / 词汇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788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微观 token 概率分布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物理类比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用肉眼看一幅画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用光谱仪分析颜料成分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强项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老 AI + 跨模型稳定信号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同代新 AI (概率差异明显)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弱项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新 AI (表面统计趋近人类)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老 AI (跨代概率失配)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ECB71"/>
                </a:solidFill>
                <a:latin typeface="Calibri"/>
              </a:defRPr>
            </a:pPr>
            <a:r>
              <a:t>互补效果: Cohere 检测率 90.4% → 94.5% (token 补上手工盲区), GPT-2 手工已 &gt;99% (兜底老模型)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6B"/>
                </a:solidFill>
                <a:latin typeface="Calibri"/>
              </a:defRPr>
            </a:pPr>
            <a:r>
              <a:t>Token 特征的"时代近视"现象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486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2019-2020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GPT-1/2/3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Token AUC ≈ 0.50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Token AUC ≈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AAAAA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Mistral-7B (观察者)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AAAA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5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Calibri"/>
              </a:defRPr>
            </a:pPr>
            <a:r>
              <a:t>2023-2024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9377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GPT-4/Claude/Cohere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9377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  <a:latin typeface="Calibri"/>
              </a:defRPr>
            </a:pPr>
            <a:r>
              <a:t>Token AUC = 0.99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Calibri"/>
              </a:defRPr>
            </a:pPr>
            <a:r>
              <a:t>Mistral-7B 只能看到与自己同代的 AI "指纹" — 观察者模型需要及时更新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Per-Generator 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id_generator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943600" cy="4723863"/>
          </a:xfrm>
          <a:prstGeom prst="rect">
            <a:avLst/>
          </a:prstGeom>
        </p:spPr>
      </p:pic>
      <p:pic>
        <p:nvPicPr>
          <p:cNvPr id="5" name="Picture 4" descr="raid_120_per_gene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3709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2FF"/>
                </a:solidFill>
                <a:latin typeface="Calibri"/>
              </a:defRPr>
            </a:pPr>
            <a:r>
              <a:t>不同生成器有不同的"特征指纹" — 120 维在 Cohere/ChatGPT 上提升最大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对抗攻击鲁棒性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id_adversa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23653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10/11 种攻击几乎无效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  统计特征对表面扰动有天然鲁棒性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唯一有效攻击: Paraphrase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  AUC 从 0.9951 降至 0.7902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  因为释义改变了文本的宏观结构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启示: 需要引入语义相似度特征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  来防御释义攻击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跨数据集验证 (5 数据集完整结果)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90-feat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30-tok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120-mix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Delta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  <a:latin typeface="Calibri"/>
              </a:defRPr>
            </a:pPr>
            <a:r>
              <a:t>RAID (多代际)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0.9951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0.9900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B71"/>
                </a:solidFill>
                <a:latin typeface="Calibri"/>
              </a:defRPr>
            </a:pPr>
            <a:r>
              <a:t>0.9992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B71"/>
                </a:solidFill>
                <a:latin typeface="Calibri"/>
              </a:defRPr>
            </a:pPr>
            <a:r>
              <a:t>+0.004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两侧有信号 → 互补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SemEval (纯新AI)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  <a:latin typeface="Calibri"/>
              </a:defRPr>
            </a:pPr>
            <a:r>
              <a:t>0.5136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0.9766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  <a:latin typeface="Calibri"/>
              </a:defRPr>
            </a:pPr>
            <a:r>
              <a:t>0.8443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  <a:latin typeface="Calibri"/>
              </a:defRPr>
            </a:pPr>
            <a:r>
              <a:t>-0.132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噪声稀释!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  <a:latin typeface="Calibri"/>
              </a:defRPr>
            </a:pPr>
            <a:r>
              <a:t>TuringBench (纯老AI)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0.9899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  <a:latin typeface="Calibri"/>
              </a:defRPr>
            </a:pPr>
            <a:r>
              <a:t>0.4935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0.9847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-0.005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token噪声少,影响小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977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AA"/>
                </a:solidFill>
                <a:latin typeface="Calibri"/>
              </a:defRPr>
            </a:pPr>
            <a:r>
              <a:t>HC3 (单模型)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9776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0.9996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9776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  <a:latin typeface="Calibri"/>
              </a:defRPr>
            </a:pPr>
            <a:r>
              <a:t>0.4986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9776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0.9996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9776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+0.000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977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已饱和,无提升空间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AA"/>
                </a:solidFill>
                <a:latin typeface="Calibri"/>
              </a:defRPr>
            </a:pPr>
            <a:r>
              <a:t>Pile (老模型)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0.9735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0.5026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0.9727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-0.001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同上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2FF"/>
                </a:solidFill>
                <a:latin typeface="Calibri"/>
              </a:defRPr>
            </a:pPr>
            <a:r>
              <a:t>核心规律: 120 组合只在两侧特征都有信号时互补增强 (RAID)</a:t>
            </a:r>
            <a:br/>
            <a:r>
              <a:t>当一侧是纯噪声时，噪声特征越多稀释越严重 (SemEval: 88噪声 vs 30有效 → AUC -0.13)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6B"/>
                </a:solidFill>
                <a:latin typeface="Calibri"/>
              </a:defRPr>
            </a:pPr>
            <a:r>
              <a:t>SemEval: 噪声特征稀释现象剖析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为什么 90-feat 在 SemEval 上失效?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88 个特征中 没有一个 AUC &gt; 0.55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最好的 emb_pca_39 也只有 AUC = 0.5159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说明 GPT-4/Claude 3 等新 AI 已经在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词汇多样性、句法结构、可读性等所有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表面统计维度上与人类文本无法区分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→ 手工特征的"保质期"正在到来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XGBoost 的过拟合机制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120 维模型中 42.7% importance → 噪声特征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  punct_semicolon_rate: imp=0.079 (纯噪声!)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噪声特征在训练集上碰巧与标签相关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XGBoost 把虚假相关当作信号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测试集上虚假信号不成立 → 拖累预测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→ 88 个噪声 vs 30 个有效 = 稀释严重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逐步加入 90-feat 的效果 (越多噪声越差):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30 tok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Calibri"/>
              </a:defRPr>
            </a:pPr>
            <a:r>
              <a:t>AUC = 0.9766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+ top5 90-feat (35维)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Calibri"/>
              </a:defRPr>
            </a:pPr>
            <a:r>
              <a:t>AUC = 0.9719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+ top10 90-feat (40维)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AUC = 0.9436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+ all 88 feat (118维)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AUC = 0.8443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2FF"/>
                </a:solidFill>
                <a:latin typeface="Calibri"/>
              </a:defRPr>
            </a:pPr>
            <a:r>
              <a:t>启示: 生产系统需要特征选择/门控 — 先评估各特征组信号强度，动态决定使用哪些特征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B71"/>
                </a:solidFill>
                <a:latin typeface="Calibri"/>
              </a:defRPr>
            </a:pPr>
            <a:r>
              <a:t>解决方案: Auto-Filter 噪声特征自动过滤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机制: 组级信号强度检测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对每组特征计算平均单特征 AUC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  avg_AUC = mean(max(AUC_i, 1-AUC_i))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丢弃 avg AUC &lt; 0.52 的组 (近随机)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余下特征 + 30 token → 组合训练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只用训练集评估 → 不泄露测试信息</a:t>
            </a:r>
          </a:p>
          <a:p>
            <a:pPr>
              <a:spcAft>
                <a:spcPts val="9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O(n·p) 开销 → 几秒完成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跨数据集 Auto-Filter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RAID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377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0.9991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377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B71"/>
                </a:solidFill>
                <a:latin typeface="Calibri"/>
              </a:defRPr>
            </a:pPr>
            <a:r>
              <a:t>0.9992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HC3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971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0.9995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971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B71"/>
                </a:solidFill>
                <a:latin typeface="Calibri"/>
              </a:defRPr>
            </a:pPr>
            <a:r>
              <a:t>0.9996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  <a:latin typeface="Calibri"/>
              </a:defRPr>
            </a:pPr>
            <a:r>
              <a:t>SemEval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566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0.8468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566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B71"/>
                </a:solidFill>
                <a:latin typeface="Calibri"/>
              </a:defRPr>
            </a:pPr>
            <a:r>
              <a:t>0.8371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  <a:latin typeface="Calibri"/>
              </a:defRPr>
            </a:pPr>
            <a:r>
              <a:t>TuringBench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160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0.9853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4160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B71"/>
                </a:solidFill>
                <a:latin typeface="Calibri"/>
              </a:defRPr>
            </a:pPr>
            <a:r>
              <a:t>0.9812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Pile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0.9727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0.9727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drop 2组 (structure,perplexity)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drop 0组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40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drop 1组 (perplexity)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drop 3组 (readability,struct,emb)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drop 0组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Calibri"/>
              </a:defRPr>
            </a:pPr>
            <a:r>
              <a:t>Auto-Filter 以组级 AUC &lt; 0.52 为门槛自动丢弃噪声特征组</a:t>
            </a:r>
            <a:br/>
            <a:r>
              <a:t>关键发现: SemEval 上 model+token (0.9610) 远优于 all (0.8468) → 纯统计特征是噪声源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三层特征消融: 5 数据集全景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ree_lay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核心发现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RAID: stat (0.994) + token (0.990)</a:t>
            </a: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→ 两层互补, all=0.999</a:t>
            </a: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SemEval: 只有 token 有效 (0.976)</a:t>
            </a: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stat/model 均 ~0.51 (纯噪声)</a:t>
            </a: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model+token=0.961 &gt; all=0.847</a:t>
            </a: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→ 纯统计特征是噪声源!</a:t>
            </a: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TuringBench: model 最强 (0.975)</a:t>
            </a: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stat=0.67, token=0.52</a:t>
            </a: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→ BERT embedding 捕捉老 AI 风格</a:t>
            </a: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HC3: stat+model 已饱和 (0.999)</a:t>
            </a: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78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Pile: stat 主导 (0.962)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RAID vs HC3: 特征组消融对比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486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特征组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RAID AUC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HC3 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启示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basic_counts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0.9700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0.9204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RAID 更强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averages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0.9425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0.9021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RAID 更强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lexical_richness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0.8861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0.9367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HC3 更强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readability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0.8500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0.9741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HC3 远优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6B6B"/>
                </a:solidFill>
                <a:latin typeface="Calibri"/>
              </a:defRPr>
            </a:pPr>
            <a:r>
              <a:t>perplexity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6B6B"/>
                </a:solidFill>
                <a:latin typeface="Calibri"/>
              </a:defRPr>
            </a:pPr>
            <a:r>
              <a:t>0.4920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6B6B"/>
                </a:solidFill>
                <a:latin typeface="Calibri"/>
              </a:defRPr>
            </a:pPr>
            <a:r>
              <a:t>0.9912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6B6B"/>
                </a:solidFill>
                <a:latin typeface="Calibri"/>
              </a:defRPr>
            </a:pPr>
            <a:r>
              <a:t>完全反转!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embedding_pca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0.9357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0.8972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接近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Calibri"/>
              </a:defRPr>
            </a:pPr>
            <a:r>
              <a:t>核心启示: 多模型检测不能依赖单一语言模型的困惑度 — 需要模型无关的统计特征作为稳定基线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1. 三层 118 维特征体系在 RAID 上达 AUC 0.9992</a:t>
            </a: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    纯统计 + 模型衍生 + Token 概率, 完全可解释</a:t>
            </a: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2. 不同层在不同场景各有"保质期"</a:t>
            </a: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    纯统计: 老 AI 强, 新 AI 失效 (SemEval ~0.52)</a:t>
            </a: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    模型衍生: 依赖参考模型, 跨系失效 (RAID perplexity 0.49)</a:t>
            </a: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    Token: 只认同代 AI (TuringBench ~0.52)</a:t>
            </a: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3. 互补效果取决于信号强度</a:t>
            </a: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    RAID: stat+token → AUC +0.005 (两侧有信号)</a:t>
            </a: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    SemEval: model+token (0.961) &gt; all (0.847)</a:t>
            </a: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4. 统计特征对 10/11 种对抗攻击天然鲁棒</a:t>
            </a: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72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5. Auto-Filter 基于组级 AUC 自动检测噪声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未来方向与部署建议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  <a:latin typeface="Calibri"/>
              </a:defRPr>
            </a:pPr>
            <a:r>
              <a:t>未来工作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引入语义相似度特征防御释义攻击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多观察者模型集成 (Mistral + Qwen + Llama)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动态特征选择: 根据文本领域自动调整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探索更多 token 统计: burstiness, curvature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在 SemEval/TuringBench 全量数据验证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部署建议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以模型无关的手工特征作为稳定基线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辅以同代 LLM token 特征覆盖新生成器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观察者模型需要定期更新 (半年一次)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跨域部署需注意领域差异 (诗歌 vs 新闻)</a:t>
            </a:r>
          </a:p>
          <a:p>
            <a:pPr>
              <a:spcAft>
                <a:spcPts val="96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提供 SHAP 解释以增强用户信任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"手工特征看文本的外表，Token 概率特征看文本在 AI 眼中的内在。</a:t>
            </a:r>
            <a:br/>
            <a:r>
              <a:t>当一个视角被欺骗时，另一个视角往往能看穿。这就是 120 维组合的力量。"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2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65760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代码: github.com/HaibinLai/HC3  |  赖海斌  |  CS306 数据挖掘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