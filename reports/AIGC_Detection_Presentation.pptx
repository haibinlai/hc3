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1: 多模型 — 11+ 种 AI 生成器，特征各异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2: 多领域 — 新闻、诗歌、学术摘要等差异大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3: 对抗攻击 — 释义、同义词替换等规避手段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挑战 4: 可解释性 — 不能只给判定，要说明为什么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我们的目标：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用可解释的统计特征 + 轻量机器学习</a:t>
            </a:r>
          </a:p>
          <a:p>
            <a:pPr>
              <a:spcAft>
                <a:spcPts val="108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替代不可解释的深度学习黑盒</a:t>
            </a:r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(去重后)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303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→  Auto-Filter (丢噪声组)  →  XGBoost (500 trees, depth 8)  →  SHAP 可解释分析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核心理念：Model-Free 看文本的外表, Model-Based 的三个参考模型各自捕捉不同时代 AI 的内在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31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(120 组合):  AUC 0.9992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(90 手工):   AUC 0.9951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XGBoost (30 Token):  AUC 0.9900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Random Forest (90):  AUC 0.9923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LR (90):             AUC 0.9653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Fast-DetectGPT:      AUC 0.7815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120 组合 vs 90 手工: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(120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120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90-feat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120-mix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120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120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生产系统需要特征选择/门控 — 先评估各特征组信号强度，动态决定使用哪些特征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解决方案: Auto-Filter 噪声特征自动过滤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机制: 组级信号强度检测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对每组特征计算平均单特征 AUC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avg_AUC = mean(max(AUC_i, 1-AUC_i))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丢弃 avg AUC &lt; 0.52 的组 (近随机)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余下特征 + 30 token → 组合训练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只用训练集评估 → 不泄露测试信息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O(n·p) 开销 → 几秒完成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跨数据集 Auto-Filter 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3774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971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66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SemEval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0.8468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35661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0.8371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60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0.9812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754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7548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47548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2组 (structure,perplexity)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0组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1组 (perplexity)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3组 (readability,struct,emb)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029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  <a:latin typeface="Calibri"/>
              </a:defRPr>
            </a:pPr>
            <a:r>
              <a:t>drop 0组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Auto-Filter 以组级 AUC &lt; 0.52 为门槛自动丢弃噪声特征组</a:t>
            </a:r>
            <a:br/>
            <a:r>
              <a:t>关键发现: SemEval 上 model+token (0.9610) 远优于 all (0.8468) → 纯统计特征是噪声源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Auto-Filter 自动检测并丢弃噪声特征组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120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