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6B"/>
                </a:solidFill>
                <a:latin typeface="Calibri"/>
              </a:defRPr>
            </a:pPr>
            <a:r>
              <a:t>多模型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11+ 种生成器</a:t>
            </a:r>
            <a:br/>
            <a:r>
              <a:t>GPT-2 → GPT-4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新闻/诗歌/摘要</a:t>
            </a:r>
            <a:br/>
            <a:r>
              <a:t>领域差异大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  <a:latin typeface="Calibri"/>
              </a:defRPr>
            </a:pPr>
            <a:r>
              <a:t>对抗攻击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释义/同义词替换</a:t>
            </a:r>
            <a:br/>
            <a:r>
              <a:t>11 种规避手段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B71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不只要判定</a:t>
            </a:r>
            <a:br/>
            <a:r>
              <a:t>要说明为什么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现有方法 vs 我们的方法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5603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深度学习黑盒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零样本方法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179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B71"/>
                </a:solidFill>
                <a:latin typeface="Calibri"/>
              </a:defRPr>
            </a:pPr>
            <a:r>
              <a:t>我们 (XGBoost)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黑盒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完全可解释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~0.98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0.78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0.999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速度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快 (CPU)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泛化性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需重训练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不稳定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特征组合灵活</a:t>
            </a:r>
          </a:p>
        </p:txBody>
      </p:sp>
      <p:pic>
        <p:nvPicPr>
          <p:cNvPr id="39" name="Picture 38" descr="raid_model_domai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5029200" cy="274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RAID: 11 生成器 × 8 领域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从 GPT-2 到 GPT-4, 覆盖全代际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我们的目标：用 118 维可解释特征 + XGBoost, 在 RAID 上超越零样本方法, 并揭示特征的"有效期"规律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→ XGBoost → SHAP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Step 1: 多维度特征工程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词汇丰富度: TTR, Hapax ratio, Yule's K (AI 用词重复)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可读性评分: Flesch-Kincaid, Gunning Fog (AI 偏好中等难度)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行文模式: 段落结构规则性、句长波动 (AI 缺乏节奏变化)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Step 2: 模型构建与特征筛选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XGBoost / Random Forest / LR 对比, 选最优分类器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相关性分析 + 消融实验剔除冗余特征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SHAP 归因分析验证每个特征的贡献与可解释性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29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(118 组合):  AUC 0.9992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(88 手工):    AUC 0.9951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(30 Token):   AUC 0.9900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Random Forest (88):   AUC 0.9923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LR (88):                   AUC 0.9653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Fast-DetectGPT:         AUC 0.7815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组合 vs 88 手工: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(118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118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90-feat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118-mix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118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Model-Free 特征的"有效期"已过 — 新 AI 在统计上逼近人类, 需要同代参考模型的 token 特征来检测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特征"有效期"总结：按目标选参考模型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各特征层的有效范围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特征层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有效目标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失效目标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Model-Free (36d)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老 AI (RAID=0.994)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新 AI (SemEval=0.52)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BERT-emb (50d)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HC3=0.88, Pile=0.90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SemEval=0.50, TB=0.54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GPT2-ppl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GPT系: HC3=0.99, TB=0.97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非GPT: RAID=0.49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Mistral-token (30d)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同代: RAID=0.99, SE=0.98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老AI: HC3=0.50, TB=0.52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部署策略：先判断目标 AI 的时代，再选合适的特征层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 GPT 系 (ChatGPT)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GPT2-ppl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HC3: AUC 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检测同代新 AI (GPT-4/Claude)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Mistral-token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RAID: AUC 0.999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未知目标 / 混合场景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全部 118 维 + 组级信号检测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按需丢弃噪声组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部署策略: 按目标 AI 时代选择合适的参考模型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没有"万能特征", 观察者模型需定期更新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118 维组合的力量。"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