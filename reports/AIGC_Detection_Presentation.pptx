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1900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Waterfall：单样本归因分析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waterfall_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40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归因解读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每条 = 一个特征对预测的贡献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红色 = 推向 AI, 蓝色 = 推向 Human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Top 贡献特征: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paragraph_count (+4.09)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分段多但段落短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words_per_paragraph (+2.55)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每段 ~70 词 vs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rank_top100_frac (+1.72)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的 token 概率分布集中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结构特征 + Token 概率特征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共同"指认"了这篇 AI 文本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Waterfall 图定量展示每个特征对预测的贡献 — 实现"可解释 AI 检测"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分组归因：哪类特征最重要？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85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各组贡献占比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Model-Free (蓝色):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basic_counts    21.5%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averages        15.2%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punctuation      8.3%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lexical_richness 8.2%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MF 合计 ≈ 58.5%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Model-Based (橙+红):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token_prob      20.8%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embedding_pca   20.6%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perplexity       0.2%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MB 合计 ≈ 41.5%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两类特征各贡献约一半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缺一不可!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Model-Free 提供稳定基线 (58%), Model-Based 补充深层信号 (42%) — 互补架构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关键特征的 Human vs AI 分布差异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ature_human_v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文本呈现"中庸化"趋势: 可读性集中、句长均匀、词汇重复 — 人类文本分布更极端、更多样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88-feat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